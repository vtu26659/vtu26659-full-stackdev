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71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DD-MM-YYYY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Pantangi Gowtham Siva Santhosh – VTU26659 – Reg.No: 23UECS0429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Traditional quiz systems rely on manual paper-based evaluation, causing delays, errors, and lack of instant feedback for students.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The Automated Quiz Engine is a web-based platform that allows students to take timed multiple-choice quizzes fully online with real-time evaluation.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Students authenticate using their Name, VTU Number, Slot Number, and Batch Code, ensuring a unique and secure quiz session for each individual.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Upon quiz completion, the system automatically calculates the score and generates a personalized, downloadable PDF certificate for the student.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The project is deployed live on Netlify and aligns with SDG 4 (Quality Education) by enabling accessible, automated, and technology-driven assessment.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Existing educational assessment methods are largely paper-based and manual, leading to significant inefficiencies in grading and result declaration.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Students do not receive instant feedback on their performance, which delays learning and hampers timely improvement in understanding concepts.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There is no automated mechanism to validate student identity, assign unique quiz slots, or prevent question repetition across different student batches.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Issuing certificates manually is time-consuming, prone to errors, and lacks personalization, reducing student motivation and engagement.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A need exists for a reliable, web-accessible quiz platform that automates evaluation, ensures academic integrity, and generates certificates instantly upon completion.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600"/>
              </a:spcAft>
              <a:buFontTx/>
              <a:buChar char="-"/>
            </a:pPr>
            <a:r>
              <a:rPr lang="en-US" sz="2800" dirty="0"/>
              <a:t>To design and develop a fully automated, web-based quiz engine that supports timed multiple-choice question evaluation with secure student authentication via Name, VTU Number, Slot Number, and Batch Code.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600"/>
              </a:spcAft>
              <a:buFontTx/>
              <a:buChar char="-"/>
            </a:pPr>
            <a:r>
              <a:rPr lang="en-US" sz="2800" dirty="0"/>
              <a:t>To implement an automatic PDF certificate generation module that personalizes and issues downloadable certificates to students upon successful quiz completion, completely eliminating manual effort.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A fully web-based Automated Quiz Engine hosted at fsadquizengine.netlify.app, accessible from any device with a modern browser without requiring any software installation.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Student authentication via Name, VTU Number, Slot Number, and Batch Code ensures a unique and secure session for every student attempting the quiz.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The quiz engine dynamically loads 25 multiple-choice questions based on the student's slot, with a live countdown timer, progress bar, and Back/Next navigation.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Automatic grading evaluates all submitted answers against the answer key and instantly displays the student's final score without any manual intervention.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A personalized PDF certificate is auto-generated and made available for download, containing the student's name, VTU number, score, batch code, and date of completion.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</p:txBody>
      </p:sp>
      <p:pic>
        <p:nvPicPr>
          <p:cNvPr id="201" name="Arch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00000"/>
            <a:ext cx="17373600" cy="8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</p:txBody>
      </p:sp>
      <p:pic>
        <p:nvPicPr>
          <p:cNvPr id="202" name="Workflow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444" y="1200000"/>
            <a:ext cx="8311111" cy="8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Frontend: HTML5, CSS3, and Vanilla JavaScript — used for building the user interface, quiz rendering, timer logic, progress bar, and all interactive elements.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Backend: Client-side JavaScript only — all quiz logic, evaluation, and session management run entirely within the browser with no server-side processing required.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Database: Static JSON question bank — slot-wise MCQ data is stored in JavaScript/JSON files and loaded dynamically based on the student's slot number.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PDF Library: jsPDF and html2canvas — used to auto-generate and render the personalized PDF certificate with student details, score, and date of completion.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Tools: Visual Studio Code (IDE), Git and GitHub (version control and repository), and Netlify (CI/CD pipeline and live deployment hosting).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Hardware/Software Requirements: Any device running a modern web browser such as Chrome, Firefox, or Edge; a stable internet connection for accessing the deployed application.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Module 1 — Student Authentication: Validates all student login inputs including Name, VTU Number, Slot Number, and Batch Code, and initiates a unique quiz session for each student.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Module 2 — Quiz Engine: Dynamically loads 25 MCQs for the assigned slot, manages the countdown timer, handles Back/Next navigation, and records all selected answers.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Module 3 — Evaluation and Scoring: Automatically evaluates all submitted answers against the stored answer key, computes the total score, and displays the result instantly.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Module 4 — PDF Certificate Generation: Generates a personalized, downloadable PDF certificate containing the student's name, VTU number, batch code, score, and completion date.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ContentBox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Fully automated evaluation eliminates manual grading effort entirely, saving significant time and reducing administrative burden for both students and faculty.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Instant score display and auto-generated PDF certificate provide immediate feedback and recognition to students right after quiz completion.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Slot-based question assignment ensures academic integrity by providing a different question set to each student batch, effectively preventing sharing of answers.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Web-based and device-independent — the application is accessible from any browser on any device without requiring any software installation or setup.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Zero infrastructure cost — deployed on Netlify with no server-side backend required, making the system lightweight, scalable, and easy to maintain.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ContentBox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No persistent backend database — student results and session data are not stored permanently and are lost once the quiz session ends in the browser.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Internet dependency — the application requires a stable internet connection and cannot be accessed or used in completely offline environments.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Static question bank — adding or updating questions requires manual editing of the source JSON/JS files, as there is no admin dashboard for content management.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/>
          </a:p>
          <a:p>
            <a:pPr marL="457200" indent="-457200" algn="just">
              <a:spcAft>
                <a:spcPts val="200"/>
              </a:spcAft>
              <a:buFontTx/>
              <a:buChar char="-"/>
            </a:pPr>
            <a:r>
              <a:rPr lang="en-US" sz="2800" dirty="0"/>
              <a:t>No anti-cheating mechanism — features such as full-screen lock enforcement or tab-switch detection are not implemented in the current version of the project.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1184</Words>
  <Application>Microsoft Office PowerPoint</Application>
  <PresentationFormat>Custom</PresentationFormat>
  <Paragraphs>228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Cambria</vt:lpstr>
      <vt:lpstr>Gotham Bold Italics</vt:lpstr>
      <vt:lpstr>Gotham</vt:lpstr>
      <vt:lpstr>Bookman Old Style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Gowtham pantangi</cp:lastModifiedBy>
  <cp:revision>11</cp:revision>
  <dcterms:created xsi:type="dcterms:W3CDTF">2006-08-16T00:00:00Z</dcterms:created>
  <dcterms:modified xsi:type="dcterms:W3CDTF">2026-03-22T16:20:59Z</dcterms:modified>
  <dc:identifier>DAHCaYqJ9OU</dc:identifier>
</cp:coreProperties>
</file>